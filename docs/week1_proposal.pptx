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A5443A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A544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SALES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Demand Prediction Using Data Science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Proposal  |  Data Science Class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operate on guesswork about what — and how much — customers will order.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5577840" y="868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577840" y="1234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Over-preparing items that don't sell leads to spoiled inventory and lost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5577840" y="2286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shortages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77840" y="26517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Under-preparing popular items disappoints customers and loses sales.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5577840" y="3703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staffing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77840" y="4069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knowing peak hours, staffing doesn't match real demand.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5303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can turn raw sales records into decisions that reduce these losses.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Sales Analysis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restaurant sales dataset from Kaggle, with transaction-level detail.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AF7F2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 identifier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2331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AF7F2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2926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order was placed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2331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AF7F2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468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Name / 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2926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ordered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AF7F2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units were sold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39319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AF7F2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the order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39319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AF7F2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4526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customer paid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Sales Analysis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descriptive analysis with a look toward prediction.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060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top-selling menu items by quantity and revenue.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9100" y="26060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2291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periods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peak days and hours across the sales history.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72300" y="26060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9723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8" name="Text 16"/>
          <p:cNvSpPr/>
          <p:nvPr/>
        </p:nvSpPr>
        <p:spPr>
          <a:xfrm>
            <a:off x="62179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patterns across item types and payment methods.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233172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15500" y="26060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23" name="Text 21"/>
          <p:cNvSpPr/>
          <p:nvPr/>
        </p:nvSpPr>
        <p:spPr>
          <a:xfrm>
            <a:off x="89611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06840" y="38862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using past sales to estimate future demand.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Sales Analysis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A54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137160" cy="13716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picture of which menu items drive the most revenue and which underperform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137160" cy="13716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calendar showing when a restaurant should staff up and stock more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137160" cy="13716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a future forecasting model using time and past transactions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48640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526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Sales Analysis  | 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2026-09-20T14:25:00Z</dcterms:created>
  <dcterms:modified xsi:type="dcterms:W3CDTF">2026-09-20T14:25:00Z</dcterms:modified>
</cp:coreProperties>
</file>